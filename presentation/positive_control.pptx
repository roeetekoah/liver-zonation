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FE6E9"/>
                </a:solidFill>
                <a:latin typeface="Calibri"/>
              </a:rPr>
              <a:t>POSITIVE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ruler works on healthy liver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23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 DONE — REAL DATA</a:t>
            </a:r>
          </a:p>
        </p:txBody>
      </p:sp>
      <p:pic>
        <p:nvPicPr>
          <p:cNvPr id="8" name="Picture 7" descr="p2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30386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3A40"/>
                </a:solidFill>
                <a:latin typeface="Calibri"/>
              </a:rPr>
              <a:t>On real Paper 2 healthy hepatocytes the coordinate recovers zonation:  </a:t>
            </a:r>
            <a:r>
              <a:rPr sz="1400" b="0" i="0">
                <a:solidFill>
                  <a:srgbClr val="1F2733"/>
                </a:solidFill>
                <a:latin typeface="Calibri"/>
              </a:rPr>
              <a:t>pericentral CYP2E1 rises with it and periportal ASS1 falls.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5A6472"/>
                </a:solidFill>
                <a:latin typeface="Calibri"/>
              </a:rPr>
              <a:t>A single broad central hump is exactly what a continuum looks like — the proof of zonation is the marker slopes, not two peaks. We validated before trusting it on disease.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