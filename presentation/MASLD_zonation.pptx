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CB0AC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256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6256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93B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E6D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2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E293B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2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6256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82296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E293B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417320"/>
            <a:ext cx="832104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3D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6B6256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F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795528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E6DA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256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1161288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4" name="Text 2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2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772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2628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7532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92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371600"/>
            <a:ext cx="84124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694944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74980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63040"/>
            <a:ext cx="5852160" cy="3657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6B6256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2026-06-23T18:14:51Z</dcterms:created>
  <dcterms:modified xsi:type="dcterms:W3CDTF">2026-06-23T18:14:51Z</dcterms:modified>
</cp:coreProperties>
</file>