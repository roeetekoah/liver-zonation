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0"/>
            <a:ext cx="109728" cy="6858000"/>
          </a:xfrm>
          <a:prstGeom prst="rect">
            <a:avLst/>
          </a:prstGeom>
          <a:solidFill>
            <a:srgbClr val="C0561B"/>
          </a:solidFill>
          <a:ln/>
        </p:spPr>
      </p:sp>
      <p:pic>
        <p:nvPicPr>
          <p:cNvPr id="5" name="Image 0" descr="D:\CS\Genomics\Hackathon\presentation/assets/thankyou_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63040"/>
            <a:ext cx="402336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14884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96112" y="3493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FC0C4"/>
                </a:solidFill>
              </a:rPr>
              <a:t>now — QA:  your questions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6112" y="41879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C0561B"/>
                </a:solidFill>
              </a:rPr>
              <a:t>No hepatocytes lost their identity in the making of this talk.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6112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E8F8B"/>
                </a:solidFill>
              </a:rPr>
              <a:t>Roee Tekoah  ·  Shira Gelbstein  ·  Computational Genomics 76553 · HUJI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2026-06-25T14:09:05Z</dcterms:created>
  <dcterms:modified xsi:type="dcterms:W3CDTF">2026-06-25T14:09:05Z</dcterms:modified>
</cp:coreProperties>
</file>